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Detection Accuracy vs. Network Size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A8FAB"/>
            </a:solidFill>
            <a:ln w="38100" cap="flat">
              <a:solidFill>
                <a:srgbClr val="0A8F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8FAB"/>
              </a:solidFill>
              <a:ln w="9525" cap="flat">
                <a:solidFill>
                  <a:srgbClr val="0A8F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96.4</c:v>
                </c:pt>
                <c:pt idx="1">
                  <c:v>95.1</c:v>
                </c:pt>
                <c:pt idx="2">
                  <c:v>93.8</c:v>
                </c:pt>
                <c:pt idx="3">
                  <c:v>91.2</c:v>
                </c:pt>
                <c:pt idx="4">
                  <c:v>88.7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False Positive Rate vs. Network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Positive Rate (%)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4.1</c:v>
                </c:pt>
                <c:pt idx="2">
                  <c:v>5.4</c:v>
                </c:pt>
                <c:pt idx="3">
                  <c:v>7</c:v>
                </c:pt>
                <c:pt idx="4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Response Time vs. Network Size (ms)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Response Time (ms)</c:v>
                </c:pt>
              </c:strCache>
            </c:strRef>
          </c:tx>
          <c:spPr>
            <a:solidFill>
              <a:srgbClr val="F39C12"/>
            </a:solidFill>
            <a:ln w="3810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12.1</c:v>
                </c:pt>
                <c:pt idx="1">
                  <c:v>14.8</c:v>
                </c:pt>
                <c:pt idx="2">
                  <c:v>18.3</c:v>
                </c:pt>
                <c:pt idx="3">
                  <c:v>22.6</c:v>
                </c:pt>
                <c:pt idx="4">
                  <c:v>28.4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2286000" cy="4800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C2CB"/>
                </a:solidFill>
              </a:rPr>
              <a:t>WIRELESS NETWORKS &amp; SECURITY  |  MODULE 25CSCN07I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AI-Driven Autonomous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Threat Hunting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C2CB"/>
                </a:solidFill>
              </a:rPr>
              <a:t>in Wireless Networks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SVM-Based IDS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5G Security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Python Simulation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30632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B3A5C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Scalability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Abdelrahman Shehta  |  ID: 243700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B8"/>
                </a:solidFill>
              </a:rPr>
              <a:t>Final Phase –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B8"/>
                </a:solidFill>
              </a:rPr>
              <a:t>What we cover in this 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Introduction &amp; 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8"/>
                </a:solidFill>
              </a:rPr>
              <a:t>Why AI-driven threat detection matters in 5G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02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Literature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8"/>
                </a:solidFill>
              </a:rPr>
              <a:t>Two key ML-based security papers compared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11880"/>
            <a:ext cx="502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118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6850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Advantages &amp; Disadvantages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8"/>
                </a:solidFill>
              </a:rPr>
              <a:t>Deep-dive comparison of both frameworks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114800" cy="10058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502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344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3075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Scalability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737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8"/>
                </a:solidFill>
              </a:rPr>
              <a:t>Bottlenecks, overhead, and deployment constraints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114800" cy="10058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4963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Simulation 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8"/>
                </a:solidFill>
              </a:rPr>
              <a:t>Python SVM — accuracy, FPR, response 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114800" cy="10058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118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6850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Conclusion &amp; Future Work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114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8"/>
                </a:solidFill>
              </a:rPr>
              <a:t>Findings, limitations, and the path forward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Introduction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7490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5G and IoT networks generate massive volumes of traffic — far beyond what manual monitoring can handle.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Traditional rule-based and signature-based IDS systems cannot detect: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Unknown / zero-day attacks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Advanced Persistent Threats (APTs)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Evolving DDoS and spoofing patterns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Why AI?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81328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44475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Learns patterns from data — no predefined rules needed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208483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04825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Adapts to new and evolving attack vectors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688336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651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Processes large volumes of traffic in near real-time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291840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25526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SVM, ANN, RL — proven effective in 5G security research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895344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385876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Enables autonomous, proactive threat hunting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Literature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FAB"/>
                </a:solidFill>
              </a:rPr>
              <a:t>Paper 1 — ML-Based 5G Security Monitoring (Chen, 2024)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51760" cy="141732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Feature extraction from live 5G traffic (packet size, frequency, communication patterns)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99232" y="1188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C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651760" cy="141732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SVM classifier trained on labeled traffic distinguishes normal from anomalous behavior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33872" y="1188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C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51760" cy="502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RESPOND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651760" cy="141732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Automated alert generation and continuous re-monitoring without human intervention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547872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</a:rPr>
              <a:t>✔  High detection accuracy — not rule-dependent, can identify unknown attacks
</a:t>
            </a:r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</a:rPr>
              <a:t>✔  Scalable to large wireless networks; applicable to distributed 5G environments
</a:t>
            </a:r>
            <a:pPr indent="0" marL="0">
              <a:buNone/>
            </a:pPr>
            <a:r>
              <a:rPr lang="en-US" sz="1000" dirty="0">
                <a:solidFill>
                  <a:srgbClr val="E84855"/>
                </a:solidFill>
              </a:rPr>
              <a:t>✗  Requires large labeled training datasets — difficult to obtain in practice
</a:t>
            </a:r>
            <a:pPr indent="0" marL="0">
              <a:buNone/>
            </a:pPr>
            <a:r>
              <a:rPr lang="en-US" sz="1000" dirty="0">
                <a:solidFill>
                  <a:srgbClr val="E84855"/>
                </a:solidFill>
              </a:rPr>
              <a:t>✗  High computational cost for model training; false positive rates remain a concern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Literature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FAB"/>
                </a:solidFill>
              </a:rPr>
              <a:t>Paper 2 — SVM for Cyber-Attack Detection &amp; Mitigation in 5G (Alshunaifi et al., 2022)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554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Traffic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56232" y="117043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29968" y="1005840"/>
            <a:ext cx="1554480" cy="685800"/>
          </a:xfrm>
          <a:prstGeom prst="rect">
            <a:avLst/>
          </a:prstGeom>
          <a:solidFill>
            <a:srgbClr val="0A8FAB"/>
          </a:solidFill>
          <a:ln w="12700">
            <a:solidFill>
              <a:srgbClr val="0A8F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0058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17043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39896" y="1005840"/>
            <a:ext cx="1554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0058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76088" y="117043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9824" y="1005840"/>
            <a:ext cx="1554480" cy="685800"/>
          </a:xfrm>
          <a:prstGeom prst="rect">
            <a:avLst/>
          </a:prstGeom>
          <a:solidFill>
            <a:srgbClr val="0A8FAB"/>
          </a:solidFill>
          <a:ln w="12700">
            <a:solidFill>
              <a:srgbClr val="0A8F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10058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Attack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6016" y="117043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59752" y="1005840"/>
            <a:ext cx="1554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10058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Detected Attack Types: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240280"/>
            <a:ext cx="1965960" cy="384048"/>
          </a:xfrm>
          <a:prstGeom prst="rect">
            <a:avLst/>
          </a:prstGeom>
          <a:solidFill>
            <a:srgbClr val="E84855">
              <a:alpha val="85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40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DoS / DDoS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2240280"/>
            <a:ext cx="1965960" cy="384048"/>
          </a:xfrm>
          <a:prstGeom prst="rect">
            <a:avLst/>
          </a:prstGeom>
          <a:solidFill>
            <a:srgbClr val="E84855">
              <a:alpha val="85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240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Spoofing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240280"/>
            <a:ext cx="1965960" cy="384048"/>
          </a:xfrm>
          <a:prstGeom prst="rect">
            <a:avLst/>
          </a:prstGeom>
          <a:solidFill>
            <a:srgbClr val="E84855">
              <a:alpha val="85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240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Unauthorized Access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2240280"/>
            <a:ext cx="1965960" cy="384048"/>
          </a:xfrm>
          <a:prstGeom prst="rect">
            <a:avLst/>
          </a:prstGeom>
          <a:solidFill>
            <a:srgbClr val="E84855">
              <a:alpha val="85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240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Replay Attacks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solidFill>
            <a:srgbClr val="F0FFF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Advantages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2186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✔  High detection accuracy with lower complexity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703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✔  Real-time performance — suitable for live 5G traffic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✔  Detects multiple attack categories simultaneously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788920"/>
            <a:ext cx="4114800" cy="2011680"/>
          </a:xfrm>
          <a:prstGeom prst="rect">
            <a:avLst/>
          </a:prstGeom>
          <a:solidFill>
            <a:srgbClr val="FFF5F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855"/>
                </a:solidFill>
              </a:rPr>
              <a:t>Disadvantages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32186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✗  Heavily dependent on dataset quality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703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✗  SVM struggles with large dynamic datasets vs deep learning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4187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✗  Needs periodic retraining as attack patterns evolve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Comparative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7B8"/>
                </a:solidFill>
              </a:rPr>
              <a:t>Paper 1 vs. Paper 2 — Side-by-side evaluation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Paper 1 (Chen, 2024)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Paper 2 (Alshunaifi, 2022)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F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Core Algorithm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SVM (classification-focused)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SVM + Mitigation pipeline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Goal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Detect anomalies in 5G traffic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Detect AND mitigate attacks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Detection 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High (large datasets)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Comparable, optimized for real-time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Computational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High (intensive training)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Lower — streamlined for live use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Scalability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Moderate — centralized 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Better for distributed 5G deployment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False Positives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Moderate concern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Lower, due to feature optimization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Dataset Dependency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Needs large labeled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Quality-sensitive, less volume needed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Unknown Attacks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✔  Can detect via patterns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Partial — relies on known categories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Scalability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874520"/>
          </a:xfrm>
          <a:prstGeom prst="rect">
            <a:avLst/>
          </a:prstGeom>
          <a:solidFill>
            <a:srgbClr val="F0F7FB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Complexity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SVM training time grows quadratically with dataset size. As 5G networks scale, retraining becomes a bottleneck without distributed infrastructure.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874520"/>
          </a:xfrm>
          <a:prstGeom prst="rect">
            <a:avLst/>
          </a:prstGeom>
          <a:solidFill>
            <a:srgbClr val="F0F7FB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Resource Overhead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Feature extraction, continuous classification, and model updates all consume CPU and memory — overhead scales with node count and traffic volume.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874520"/>
          </a:xfrm>
          <a:prstGeom prst="rect">
            <a:avLst/>
          </a:prstGeom>
          <a:solidFill>
            <a:srgbClr val="F0F7FB"/>
          </a:solidFill>
          <a:ln w="12700">
            <a:solidFill>
              <a:srgbClr val="0A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0A8FAB"/>
          </a:solidFill>
          <a:ln w="12700">
            <a:solidFill>
              <a:srgbClr val="0A8F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 Constraints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Centralized ML models suffer latency in large networks. Distributed or edge-based deployment is essential for practical 5G scenarios.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114800" cy="1874520"/>
          </a:xfrm>
          <a:prstGeom prst="rect">
            <a:avLst/>
          </a:prstGeom>
          <a:solidFill>
            <a:srgbClr val="F0F7FB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411480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Recommended Approach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Hybrid architectures: lightweight edge models for fast filtering + centralized deep models for deep inspection. Federated learning can reduce training cost.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Simulation Setup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 / 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Tool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Python + Scikit-learn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Algorithm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Support Vector Machine (SVM)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Network Sizes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10, 20, 30, 40, 50 nodes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Simulation Rounds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50 per configuration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Train / Test Split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70% training / 30% testing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Attack Types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DoS, Spoofing, Unauthorized Access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Traffic Generator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Synthetic 5G traffic simulation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Evaluation Metrics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Accuracy, FPR, Response Time, Overhead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Why SVM?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554480"/>
            <a:ext cx="201168" cy="2011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27648" y="1527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Effective on high-dimensional traffic feature spaces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157984"/>
            <a:ext cx="201168" cy="2011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7648" y="21305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Strong generalization with small-to-medium datasets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761488"/>
            <a:ext cx="201168" cy="2011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273405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Well-studied baseline for network IDS research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364992"/>
            <a:ext cx="201168" cy="2011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7648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Directly reflects Papers 1 &amp; 2 methodology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3968496"/>
            <a:ext cx="201168" cy="2011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7648" y="39410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Interpretable — kernel margins are explainable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Simulation 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7724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371600"/>
                <a:gridCol w="2194560"/>
                <a:gridCol w="19202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Nodes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FPR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Resp. Time (ms)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Overhead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96.4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14.8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1.22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93.8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18.3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1.51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22.6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1.87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88.7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28.4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2.31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Key Findings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22960"/>
            <a:ext cx="3108960" cy="1234440"/>
          </a:xfrm>
          <a:prstGeom prst="rect">
            <a:avLst/>
          </a:prstGeom>
          <a:solidFill>
            <a:srgbClr val="F0F7FB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822960"/>
            <a:ext cx="109728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</a:rPr>
              <a:t>96.4%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97880" y="1481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Best 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(10 nodes)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2240280"/>
            <a:ext cx="3108960" cy="1234440"/>
          </a:xfrm>
          <a:prstGeom prst="rect">
            <a:avLst/>
          </a:prstGeom>
          <a:solidFill>
            <a:srgbClr val="F0F7FB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240280"/>
            <a:ext cx="109728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331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</a:rPr>
              <a:t>88.7%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97880" y="2898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Accuracy drops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(50 nodes)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657600"/>
            <a:ext cx="3108960" cy="1234440"/>
          </a:xfrm>
          <a:prstGeom prst="rect">
            <a:avLst/>
          </a:prstGeom>
          <a:solidFill>
            <a:srgbClr val="F0F7FB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657600"/>
            <a:ext cx="109728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749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4855"/>
                </a:solidFill>
              </a:rPr>
              <a:t>2.31×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897880" y="4315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Overhead increase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10 → 50 nodes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657600"/>
            <a:ext cx="5029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Core Takeaway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40690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SVM performs well at small scale but degrades consistently as network grows. Centralized ML is not sufficient alone for full-scale 5G — distributed or hybrid architectures are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A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AI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SVM-based IDS achieves up to 96.4% accuracy — significantly better than traditional rule-based systems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A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Scalability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93852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Accuracy drops to 88.7% at 50 nodes; response time and overhead grow — centralized models are not sufficient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7432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A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722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Architecture Needed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93852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Distributed / edge-based deployment, federated learning, and hybrid RL-SVM are the way forward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Future Directions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6850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Federated learning for privacy-preserving, distributed IDS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160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Lightweight edge SVM models to reduce latency in IoT nodes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3730752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36850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Hybrid RL-SVM architectures for adaptive, self-improving detection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420624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4160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Deep learning (LSTM, Transformer) for sequential traffic pattern analysis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B8"/>
                </a:solidFill>
              </a:rPr>
              <a:t>Abdelrahman Shehta  |  ID: 243700  |  Module 25CSCN07I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[1]  B. Chen, 'A Machine Learning Based Approach for 5G Network Security Monitoring,' Applied Mathematics and Nonlinear Sciences, 2024.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73152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[2]  S. Y. Alshunaifi, S. Mishra, and M. Alshehri, 'Cyber-Attack Detection and Mitigation Using SVM for 5G Network,' Intelligent Automation &amp; Soft Computing, 2022.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8412480" cy="82296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788920"/>
            <a:ext cx="73152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889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[3]  A. Aqdus et al., 'Detection Collision Flows in SDN Based 5G Using Machine Learning Algorithms,' Computers, Materials &amp; Continua, 2023.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F0F7FB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49040"/>
            <a:ext cx="73152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490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[4]  M. M. Alnfiai, 'AI-Powered Cyber Resilience: A Reinforcement Learning Approach for Automated Threat Hunting in 5G Networks,' Journal of Wireless Communications and Networking, 2025.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Autonomous Threat Hunting in Wireless Networks</dc:title>
  <dc:subject>PptxGenJS Presentation</dc:subject>
  <dc:creator>Abdelrahman Shehta</dc:creator>
  <cp:lastModifiedBy>Abdelrahman Shehta</cp:lastModifiedBy>
  <cp:revision>1</cp:revision>
  <dcterms:created xsi:type="dcterms:W3CDTF">2026-04-22T16:24:44Z</dcterms:created>
  <dcterms:modified xsi:type="dcterms:W3CDTF">2026-04-22T16:24:44Z</dcterms:modified>
</cp:coreProperties>
</file>